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0922" y="1371600"/>
            <a:ext cx="59620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Sydhavn 24/7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487783" y="2362200"/>
            <a:ext cx="41684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Drop-off &amp; Pickup for Recyclables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36383" y="3139440"/>
            <a:ext cx="8711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72778" y="3558540"/>
            <a:ext cx="2998325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Aalborg University • Techathon Spring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15390"/>
            <a:ext cx="7924800" cy="929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45030"/>
            <a:ext cx="7924800" cy="929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74670"/>
            <a:ext cx="7924800" cy="929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004310"/>
            <a:ext cx="7924800" cy="929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91583" y="209550"/>
            <a:ext cx="33608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96696" y="1520190"/>
            <a:ext cx="7150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6696" y="2449830"/>
            <a:ext cx="7150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Veronica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6696" y="3379470"/>
            <a:ext cx="7150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6696" y="4309110"/>
            <a:ext cx="7150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things left outside the center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hours: Only 8 hours daily, waste happens 24/7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barriers for residents and students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Attractiveness: System lacks engaging participation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3942" y="2586990"/>
            <a:ext cx="3216116" cy="2133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39435" y="422910"/>
            <a:ext cx="1865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931781" y="1428750"/>
            <a:ext cx="3280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Boxes (S, M, L)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68742" y="1855470"/>
            <a:ext cx="29113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with a code + MitID registration</a:t>
            </a:r>
            <a:endParaRPr lang="en-US" sz="1350" dirty="0"/>
          </a:p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24/7 access for very big stuff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98125" y="3044190"/>
            <a:ext cx="23477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4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3398125" y="3996691"/>
            <a:ext cx="23477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Storage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2133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Box Outside + Totem + Code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96696" y="1706880"/>
            <a:ext cx="715060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4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96696" y="2659380"/>
            <a:ext cx="715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MitID 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 with totem + code system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availability + MitID registration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Shop: Pick-up / Drop-off anytime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Job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maintenance and monitoring roles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 positions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involvement opportunities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employment creation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7449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94661"/>
            <a:ext cx="7924800" cy="17449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Gamification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/ App + Inventory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026920"/>
            <a:ext cx="7086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and Q&amp;A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organization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9946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Features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771900"/>
            <a:ext cx="7086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Treasure hunt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system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2682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64282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907282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 Benefits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1874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sorting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interface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3891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MitID authentication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Events!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Involvement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ownership and active participation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leadership in recycling culture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correctly with reward incentives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Weatherproof protection for all donations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282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16682"/>
            <a:ext cx="7924800" cy="1295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Sustainable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waste, protect reusable items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Socially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985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building, accessible for 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21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Economically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93923"/>
            <a:ext cx="7461504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creation, budget-friendly reuse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419600"/>
            <a:ext cx="7924800" cy="8763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8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Digital (2-4 months)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8200" y="1630682"/>
            <a:ext cx="769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Website/app + inventory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MitID integration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682241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Physical (3-5 months)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3063241"/>
            <a:ext cx="769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6 weatherproof boxes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totem + code system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4724400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24/7 🔄 Share 📦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2055" y="1840232"/>
            <a:ext cx="31198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982149" y="2983232"/>
            <a:ext cx="11795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2025-11-22T23:07:24Z</dcterms:created>
  <dcterms:modified xsi:type="dcterms:W3CDTF">2025-11-22T23:07:24Z</dcterms:modified>
</cp:coreProperties>
</file>